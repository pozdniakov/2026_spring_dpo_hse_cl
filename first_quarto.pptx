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first Quarto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Pozdniakov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</a:t>
            </a:r>
            <a:r>
              <a:rPr b="1" i="1"/>
              <a:t>weave</a:t>
            </a:r>
            <a:r>
              <a:rPr/>
              <a:t> together content and executable code into a </a:t>
            </a:r>
            <a:r>
              <a:rPr i="1"/>
              <a:t>finished document</a:t>
            </a:r>
            <a:r>
              <a:rPr/>
              <a:t>. To </a:t>
            </a:r>
            <a:r>
              <a:rPr b="1"/>
              <a:t>learn more</a:t>
            </a:r>
            <a:r>
              <a:rPr/>
              <a:t> about Quarto see </a:t>
            </a:r>
            <a:r>
              <a:rPr>
                <a:hlinkClick r:id="rId2"/>
              </a:rPr>
              <a:t>https://quarto.org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This will be NOT calculated: </a:t>
            </a:r>
            <a:r>
              <a:rPr>
                <a:latin typeface="Courier"/>
              </a:rPr>
              <a:t>2+2</a:t>
            </a:r>
            <a:r>
              <a:rPr/>
              <a:t>.</a:t>
            </a:r>
            <a:br/>
            <a:r>
              <a:rPr/>
              <a:t>This will be calculated: 4</a:t>
            </a:r>
          </a:p>
          <a:p>
            <a:pPr lvl="0" indent="0">
              <a:buNone/>
            </a:pPr>
            <a:r>
              <a:rPr>
                <a:latin typeface="Courier"/>
              </a:rPr>
              <a:t>[1]  1 NA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will be generated that includes both content and the output of embedded code. You can embed code like this: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 marL="0">
              <a:buNone/>
            </a:pPr>
            <a:r>
              <a:rPr/>
              <a:t>You can add options to executable code like this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</a:p>
          <a:p>
            <a:pPr lvl="0" indent="0">
              <a:buNone/>
            </a:pPr>
            <a:r>
              <a:rPr>
                <a:latin typeface="Courier"/>
              </a:rPr>
              <a:t>[1] 4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echo: false</a:t>
            </a:r>
            <a:r>
              <a:rPr/>
              <a:t> option disables the printing of code (only output is displayed).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first Quarto example</dc:title>
  <dc:creator>Pozdniakov</dc:creator>
  <cp:keywords/>
  <dcterms:created xsi:type="dcterms:W3CDTF">2026-03-09T17:47:06Z</dcterms:created>
  <dcterms:modified xsi:type="dcterms:W3CDTF">2026-03-09T17:47:06Z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editor">
    <vt:lpwstr>visual</vt:lpwstr>
  </property>
  <property fmtid="{D5CDD505-2E9C-101B-9397-08002B2CF9AE}" pid="4" name="execute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toc-title">
    <vt:lpwstr>Table of contents</vt:lpwstr>
  </property>
</Properties>
</file>